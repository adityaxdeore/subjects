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iDeTI5tTLPIHSQJs91WpwJm/Fp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67acd5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667acd56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7acd567_0_0"/>
          <p:cNvSpPr txBox="1"/>
          <p:nvPr>
            <p:ph type="title"/>
          </p:nvPr>
        </p:nvSpPr>
        <p:spPr>
          <a:xfrm>
            <a:off x="457200" y="274678"/>
            <a:ext cx="8229600" cy="56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 Diagram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.jpg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.jpg"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3.jp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4.jpg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5.jpg"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6.jp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7.jpg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8.jpg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9.jpg"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0.jpg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1.jpg" id="150" name="Google Shape;1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2.jpg" id="156" name="Google Shape;1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3.jpg" id="162" name="Google Shape;1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4.jpg"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5.jpg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6.jpg" id="180" name="Google Shape;1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7.jp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18.jp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1.jp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_22.jpg"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